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“Registro y análisis de métricas de control: error lateral, sobreimpulso y tiempo de establecimiento”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Alan Yael Zúñiga Montoya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