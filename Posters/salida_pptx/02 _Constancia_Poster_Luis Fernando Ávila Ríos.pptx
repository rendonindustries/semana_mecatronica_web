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“Fusión de IMU y odometría para estimación de estado en plataformas móviles de bajo costo”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Luis Fernando Ávila Ríos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