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“Control PD adaptativo para seguimiento de carril en vehículo autónomo a escala 1:10”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Andrea Lizbeth Martínez Salas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