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“Modelo cinemático y validación experimental de un auto a escala para pruebas de control”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Sergio Iván Chávez Medina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