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“Reducción de falsos positivos en detección de objetos mediante post-procesamiento geométrico”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Camila Sofía Navarro Jiménez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