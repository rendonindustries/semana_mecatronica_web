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8" r:id="rId2"/>
  </p:sldIdLst>
  <p:sldSz cx="9144000" cy="6858000" type="letter"/>
  <p:notesSz cx="6858000" cy="9144000"/>
  <p:embeddedFontLst>
    <p:embeddedFont>
      <p:font typeface="Akzentica" panose="020B0604020202020204" charset="0"/>
      <p:regular r:id="rId3"/>
    </p:embeddedFont>
    <p:embeddedFont>
      <p:font typeface="Akzentica Bold" panose="020B0604020202020204" charset="0"/>
      <p:regular r:id="rId4"/>
    </p:embeddedFont>
    <p:embeddedFont>
      <p:font typeface="Croogla" panose="020B0604020202020204" charset="0"/>
      <p:regular r:id="rId5"/>
    </p:embeddedFont>
  </p:embeddedFontLst>
  <p:defaultTextStyle>
    <a:defPPr>
      <a:defRPr lang="en-US"/>
    </a:defPPr>
    <a:lvl1pPr marL="0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1pPr>
    <a:lvl2pPr marL="400873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2pPr>
    <a:lvl3pPr marL="801746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3pPr>
    <a:lvl4pPr marL="1202619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4pPr>
    <a:lvl5pPr marL="1603492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5pPr>
    <a:lvl6pPr marL="2004365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6pPr>
    <a:lvl7pPr marL="2405238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7pPr>
    <a:lvl8pPr marL="2806111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8pPr>
    <a:lvl9pPr marL="3206984" algn="l" defTabSz="801746" rtl="0" eaLnBrk="1" latinLnBrk="0" hangingPunct="1">
      <a:defRPr sz="157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0" userDrawn="1">
          <p15:clr>
            <a:srgbClr val="A4A3A4"/>
          </p15:clr>
        </p15:guide>
        <p15:guide id="2" pos="24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1F56"/>
    <a:srgbClr val="061F56"/>
    <a:srgbClr val="802535"/>
    <a:srgbClr val="9074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1960"/>
        <p:guide pos="246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font" Target="fonts/font1.fntdata"/><Relationship Id="rId4" Type="http://schemas.openxmlformats.org/officeDocument/2006/relationships/font" Target="fonts/font2.fntdata"/><Relationship Id="rId5" Type="http://schemas.openxmlformats.org/officeDocument/2006/relationships/font" Target="fonts/font3.fntdata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6432" y="1933496"/>
            <a:ext cx="6646233" cy="13341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2865" y="3526971"/>
            <a:ext cx="5473368" cy="159059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909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7819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1728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56380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9547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3457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73666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1276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7655" y="3999540"/>
            <a:ext cx="6646233" cy="1236169"/>
          </a:xfrm>
        </p:spPr>
        <p:txBody>
          <a:bodyPr anchor="t"/>
          <a:lstStyle>
            <a:lvl1pPr algn="l">
              <a:defRPr sz="342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17655" y="2638026"/>
            <a:ext cx="6646233" cy="1361514"/>
          </a:xfrm>
        </p:spPr>
        <p:txBody>
          <a:bodyPr anchor="b"/>
          <a:lstStyle>
            <a:lvl1pPr marL="0" indent="0">
              <a:buNone/>
              <a:defRPr sz="1710">
                <a:solidFill>
                  <a:schemeClr val="tx1">
                    <a:tint val="75000"/>
                  </a:schemeClr>
                </a:solidFill>
              </a:defRPr>
            </a:lvl1pPr>
            <a:lvl2pPr marL="390952" indent="0">
              <a:buNone/>
              <a:defRPr sz="1539">
                <a:solidFill>
                  <a:schemeClr val="tx1">
                    <a:tint val="75000"/>
                  </a:schemeClr>
                </a:solidFill>
              </a:defRPr>
            </a:lvl2pPr>
            <a:lvl3pPr marL="781903" indent="0">
              <a:buNone/>
              <a:defRPr sz="1368">
                <a:solidFill>
                  <a:schemeClr val="tx1">
                    <a:tint val="75000"/>
                  </a:schemeClr>
                </a:solidFill>
              </a:defRPr>
            </a:lvl3pPr>
            <a:lvl4pPr marL="1172855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4pPr>
            <a:lvl5pPr marL="1563807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5pPr>
            <a:lvl6pPr marL="1954759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6pPr>
            <a:lvl7pPr marL="2345710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7pPr>
            <a:lvl8pPr marL="2736662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8pPr>
            <a:lvl9pPr marL="3127614" indent="0">
              <a:buNone/>
              <a:defRPr sz="11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0955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74708" y="1452283"/>
            <a:ext cx="3453435" cy="4107597"/>
          </a:xfrm>
        </p:spPr>
        <p:txBody>
          <a:bodyPr/>
          <a:lstStyle>
            <a:lvl1pPr>
              <a:defRPr sz="2394"/>
            </a:lvl1pPr>
            <a:lvl2pPr>
              <a:defRPr sz="2052"/>
            </a:lvl2pPr>
            <a:lvl3pPr>
              <a:defRPr sz="1710"/>
            </a:lvl3pPr>
            <a:lvl4pPr>
              <a:defRPr sz="1539"/>
            </a:lvl4pPr>
            <a:lvl5pPr>
              <a:defRPr sz="1539"/>
            </a:lvl5pPr>
            <a:lvl6pPr>
              <a:defRPr sz="1539"/>
            </a:lvl6pPr>
            <a:lvl7pPr>
              <a:defRPr sz="1539"/>
            </a:lvl7pPr>
            <a:lvl8pPr>
              <a:defRPr sz="1539"/>
            </a:lvl8pPr>
            <a:lvl9pPr>
              <a:defRPr sz="1539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393212"/>
            <a:ext cx="3454793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0955" y="1973836"/>
            <a:ext cx="3454793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71993" y="1393212"/>
            <a:ext cx="3456150" cy="580624"/>
          </a:xfrm>
        </p:spPr>
        <p:txBody>
          <a:bodyPr anchor="b"/>
          <a:lstStyle>
            <a:lvl1pPr marL="0" indent="0">
              <a:buNone/>
              <a:defRPr sz="2052" b="1"/>
            </a:lvl1pPr>
            <a:lvl2pPr marL="390952" indent="0">
              <a:buNone/>
              <a:defRPr sz="1710" b="1"/>
            </a:lvl2pPr>
            <a:lvl3pPr marL="781903" indent="0">
              <a:buNone/>
              <a:defRPr sz="1539" b="1"/>
            </a:lvl3pPr>
            <a:lvl4pPr marL="1172855" indent="0">
              <a:buNone/>
              <a:defRPr sz="1368" b="1"/>
            </a:lvl4pPr>
            <a:lvl5pPr marL="1563807" indent="0">
              <a:buNone/>
              <a:defRPr sz="1368" b="1"/>
            </a:lvl5pPr>
            <a:lvl6pPr marL="1954759" indent="0">
              <a:buNone/>
              <a:defRPr sz="1368" b="1"/>
            </a:lvl6pPr>
            <a:lvl7pPr marL="2345710" indent="0">
              <a:buNone/>
              <a:defRPr sz="1368" b="1"/>
            </a:lvl7pPr>
            <a:lvl8pPr marL="2736662" indent="0">
              <a:buNone/>
              <a:defRPr sz="1368" b="1"/>
            </a:lvl8pPr>
            <a:lvl9pPr marL="3127614" indent="0">
              <a:buNone/>
              <a:defRPr sz="1368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971993" y="1973836"/>
            <a:ext cx="3456150" cy="3586043"/>
          </a:xfrm>
        </p:spPr>
        <p:txBody>
          <a:bodyPr/>
          <a:lstStyle>
            <a:lvl1pPr>
              <a:defRPr sz="2052"/>
            </a:lvl1pPr>
            <a:lvl2pPr>
              <a:defRPr sz="1710"/>
            </a:lvl2pPr>
            <a:lvl3pPr>
              <a:defRPr sz="1539"/>
            </a:lvl3pPr>
            <a:lvl4pPr>
              <a:defRPr sz="1368"/>
            </a:lvl4pPr>
            <a:lvl5pPr>
              <a:defRPr sz="1368"/>
            </a:lvl5pPr>
            <a:lvl6pPr>
              <a:defRPr sz="1368"/>
            </a:lvl6pPr>
            <a:lvl7pPr>
              <a:defRPr sz="1368"/>
            </a:lvl7pPr>
            <a:lvl8pPr>
              <a:defRPr sz="1368"/>
            </a:lvl8pPr>
            <a:lvl9pPr>
              <a:defRPr sz="136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0955" y="247810"/>
            <a:ext cx="2572429" cy="1054634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57050" y="247811"/>
            <a:ext cx="4371093" cy="5312069"/>
          </a:xfrm>
        </p:spPr>
        <p:txBody>
          <a:bodyPr/>
          <a:lstStyle>
            <a:lvl1pPr>
              <a:defRPr sz="2736"/>
            </a:lvl1pPr>
            <a:lvl2pPr>
              <a:defRPr sz="2394"/>
            </a:lvl2pPr>
            <a:lvl3pPr>
              <a:defRPr sz="2052"/>
            </a:lvl3pPr>
            <a:lvl4pPr>
              <a:defRPr sz="1710"/>
            </a:lvl4pPr>
            <a:lvl5pPr>
              <a:defRPr sz="1710"/>
            </a:lvl5pPr>
            <a:lvl6pPr>
              <a:defRPr sz="1710"/>
            </a:lvl6pPr>
            <a:lvl7pPr>
              <a:defRPr sz="1710"/>
            </a:lvl7pPr>
            <a:lvl8pPr>
              <a:defRPr sz="1710"/>
            </a:lvl8pPr>
            <a:lvl9pPr>
              <a:defRPr sz="171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0955" y="1302444"/>
            <a:ext cx="2572429" cy="4257435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32598" y="4356847"/>
            <a:ext cx="4691458" cy="514350"/>
          </a:xfrm>
        </p:spPr>
        <p:txBody>
          <a:bodyPr anchor="b"/>
          <a:lstStyle>
            <a:lvl1pPr algn="l">
              <a:defRPr sz="171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32598" y="556132"/>
            <a:ext cx="4691458" cy="3734440"/>
          </a:xfrm>
        </p:spPr>
        <p:txBody>
          <a:bodyPr/>
          <a:lstStyle>
            <a:lvl1pPr marL="0" indent="0">
              <a:buNone/>
              <a:defRPr sz="2736"/>
            </a:lvl1pPr>
            <a:lvl2pPr marL="390952" indent="0">
              <a:buNone/>
              <a:defRPr sz="2394"/>
            </a:lvl2pPr>
            <a:lvl3pPr marL="781903" indent="0">
              <a:buNone/>
              <a:defRPr sz="2052"/>
            </a:lvl3pPr>
            <a:lvl4pPr marL="1172855" indent="0">
              <a:buNone/>
              <a:defRPr sz="1710"/>
            </a:lvl4pPr>
            <a:lvl5pPr marL="1563807" indent="0">
              <a:buNone/>
              <a:defRPr sz="1710"/>
            </a:lvl5pPr>
            <a:lvl6pPr marL="1954759" indent="0">
              <a:buNone/>
              <a:defRPr sz="1710"/>
            </a:lvl6pPr>
            <a:lvl7pPr marL="2345710" indent="0">
              <a:buNone/>
              <a:defRPr sz="1710"/>
            </a:lvl7pPr>
            <a:lvl8pPr marL="2736662" indent="0">
              <a:buNone/>
              <a:defRPr sz="1710"/>
            </a:lvl8pPr>
            <a:lvl9pPr marL="3127614" indent="0">
              <a:buNone/>
              <a:defRPr sz="171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32598" y="4871198"/>
            <a:ext cx="4691458" cy="730463"/>
          </a:xfrm>
        </p:spPr>
        <p:txBody>
          <a:bodyPr/>
          <a:lstStyle>
            <a:lvl1pPr marL="0" indent="0">
              <a:buNone/>
              <a:defRPr sz="1197"/>
            </a:lvl1pPr>
            <a:lvl2pPr marL="390952" indent="0">
              <a:buNone/>
              <a:defRPr sz="1026"/>
            </a:lvl2pPr>
            <a:lvl3pPr marL="781903" indent="0">
              <a:buNone/>
              <a:defRPr sz="855"/>
            </a:lvl3pPr>
            <a:lvl4pPr marL="1172855" indent="0">
              <a:buNone/>
              <a:defRPr sz="770"/>
            </a:lvl4pPr>
            <a:lvl5pPr marL="1563807" indent="0">
              <a:buNone/>
              <a:defRPr sz="770"/>
            </a:lvl5pPr>
            <a:lvl6pPr marL="1954759" indent="0">
              <a:buNone/>
              <a:defRPr sz="770"/>
            </a:lvl6pPr>
            <a:lvl7pPr marL="2345710" indent="0">
              <a:buNone/>
              <a:defRPr sz="770"/>
            </a:lvl7pPr>
            <a:lvl8pPr marL="2736662" indent="0">
              <a:buNone/>
              <a:defRPr sz="770"/>
            </a:lvl8pPr>
            <a:lvl9pPr marL="3127614" indent="0">
              <a:buNone/>
              <a:defRPr sz="77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668846" y="249252"/>
            <a:ext cx="1759297" cy="531062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0955" y="249252"/>
            <a:ext cx="5147572" cy="531062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90955" y="249251"/>
            <a:ext cx="7037188" cy="10373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0955" y="1452283"/>
            <a:ext cx="7037188" cy="41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90955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71525" y="5768789"/>
            <a:ext cx="2476048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03686" y="5768789"/>
            <a:ext cx="1824456" cy="33137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2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781903" rtl="0" eaLnBrk="1" latinLnBrk="0" hangingPunct="1">
        <a:spcBef>
          <a:spcPct val="0"/>
        </a:spcBef>
        <a:buNone/>
        <a:defRPr sz="37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3214" indent="-293214" algn="l" defTabSz="781903" rtl="0" eaLnBrk="1" latinLnBrk="0" hangingPunct="1">
        <a:spcBef>
          <a:spcPct val="20000"/>
        </a:spcBef>
        <a:buFont typeface="Arial" pitchFamily="34" charset="0"/>
        <a:buChar char="•"/>
        <a:defRPr sz="2736" kern="1200">
          <a:solidFill>
            <a:schemeClr val="tx1"/>
          </a:solidFill>
          <a:latin typeface="+mn-lt"/>
          <a:ea typeface="+mn-ea"/>
          <a:cs typeface="+mn-cs"/>
        </a:defRPr>
      </a:lvl1pPr>
      <a:lvl2pPr marL="635297" indent="-244345" algn="l" defTabSz="781903" rtl="0" eaLnBrk="1" latinLnBrk="0" hangingPunct="1">
        <a:spcBef>
          <a:spcPct val="20000"/>
        </a:spcBef>
        <a:buFont typeface="Arial" pitchFamily="34" charset="0"/>
        <a:buChar char="–"/>
        <a:defRPr sz="2394" kern="1200">
          <a:solidFill>
            <a:schemeClr val="tx1"/>
          </a:solidFill>
          <a:latin typeface="+mn-lt"/>
          <a:ea typeface="+mn-ea"/>
          <a:cs typeface="+mn-cs"/>
        </a:defRPr>
      </a:lvl2pPr>
      <a:lvl3pPr marL="977379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2052" kern="1200">
          <a:solidFill>
            <a:schemeClr val="tx1"/>
          </a:solidFill>
          <a:latin typeface="+mn-lt"/>
          <a:ea typeface="+mn-ea"/>
          <a:cs typeface="+mn-cs"/>
        </a:defRPr>
      </a:lvl3pPr>
      <a:lvl4pPr marL="1368331" indent="-195476" algn="l" defTabSz="781903" rtl="0" eaLnBrk="1" latinLnBrk="0" hangingPunct="1">
        <a:spcBef>
          <a:spcPct val="20000"/>
        </a:spcBef>
        <a:buFont typeface="Arial" pitchFamily="34" charset="0"/>
        <a:buChar char="–"/>
        <a:defRPr sz="1710" kern="1200">
          <a:solidFill>
            <a:schemeClr val="tx1"/>
          </a:solidFill>
          <a:latin typeface="+mn-lt"/>
          <a:ea typeface="+mn-ea"/>
          <a:cs typeface="+mn-cs"/>
        </a:defRPr>
      </a:lvl4pPr>
      <a:lvl5pPr marL="1759283" indent="-195476" algn="l" defTabSz="781903" rtl="0" eaLnBrk="1" latinLnBrk="0" hangingPunct="1">
        <a:spcBef>
          <a:spcPct val="20000"/>
        </a:spcBef>
        <a:buFont typeface="Arial" pitchFamily="34" charset="0"/>
        <a:buChar char="»"/>
        <a:defRPr sz="1710" kern="1200">
          <a:solidFill>
            <a:schemeClr val="tx1"/>
          </a:solidFill>
          <a:latin typeface="+mn-lt"/>
          <a:ea typeface="+mn-ea"/>
          <a:cs typeface="+mn-cs"/>
        </a:defRPr>
      </a:lvl5pPr>
      <a:lvl6pPr marL="2150234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6pPr>
      <a:lvl7pPr marL="2541186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7pPr>
      <a:lvl8pPr marL="2932138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8pPr>
      <a:lvl9pPr marL="3323090" indent="-195476" algn="l" defTabSz="781903" rtl="0" eaLnBrk="1" latinLnBrk="0" hangingPunct="1">
        <a:spcBef>
          <a:spcPct val="20000"/>
        </a:spcBef>
        <a:buFont typeface="Arial" pitchFamily="34" charset="0"/>
        <a:buChar char="•"/>
        <a:defRPr sz="171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1pPr>
      <a:lvl2pPr marL="39095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2pPr>
      <a:lvl3pPr marL="781903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3pPr>
      <a:lvl4pPr marL="1172855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4pPr>
      <a:lvl5pPr marL="1563807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5pPr>
      <a:lvl6pPr marL="1954759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6pPr>
      <a:lvl7pPr marL="2345710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7pPr>
      <a:lvl8pPr marL="2736662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8pPr>
      <a:lvl9pPr marL="3127614" algn="l" defTabSz="781903" rtl="0" eaLnBrk="1" latinLnBrk="0" hangingPunct="1">
        <a:defRPr sz="153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525"/>
            <a:ext cx="9144000" cy="6858000"/>
          </a:xfrm>
          <a:prstGeom prst="rect">
            <a:avLst/>
          </a:prstGeom>
        </p:spPr>
      </p:pic>
      <p:sp>
        <p:nvSpPr>
          <p:cNvPr id="17" name="AutoShape 4"/>
          <p:cNvSpPr/>
          <p:nvPr/>
        </p:nvSpPr>
        <p:spPr>
          <a:xfrm>
            <a:off x="5011394" y="6067495"/>
            <a:ext cx="2014910" cy="0"/>
          </a:xfrm>
          <a:prstGeom prst="line">
            <a:avLst/>
          </a:prstGeom>
          <a:ln w="9525" cap="flat">
            <a:solidFill>
              <a:schemeClr val="bg1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18" name="TextBox 5"/>
          <p:cNvSpPr txBox="1"/>
          <p:nvPr/>
        </p:nvSpPr>
        <p:spPr>
          <a:xfrm>
            <a:off x="3885128" y="1941945"/>
            <a:ext cx="4221428" cy="45397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795"/>
              </a:lnSpc>
            </a:pPr>
            <a:r>
              <a:rPr lang="en-US" sz="4800" spc="397" dirty="0">
                <a:solidFill>
                  <a:schemeClr val="tx2">
                    <a:lumMod val="75000"/>
                  </a:schemeClr>
                </a:solidFill>
                <a:latin typeface="Croogla"/>
              </a:rPr>
              <a:t>CONSTANCIA</a:t>
            </a:r>
          </a:p>
        </p:txBody>
      </p:sp>
      <p:sp>
        <p:nvSpPr>
          <p:cNvPr id="19" name="TextBox 15"/>
          <p:cNvSpPr txBox="1"/>
          <p:nvPr/>
        </p:nvSpPr>
        <p:spPr>
          <a:xfrm>
            <a:off x="3124198" y="3267482"/>
            <a:ext cx="5638802" cy="15366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Por la presentación del trabajo, en la modalidad de póster, titulado</a:t>
            </a:r>
          </a:p>
          <a:p>
            <a:pPr algn="ctr"/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“Implementación de control longitudinal con rampas de velocidad y limitación de aceleración”</a:t>
            </a:r>
          </a:p>
          <a:p>
            <a:pPr algn="ctr"/>
            <a:endParaRPr lang="en-US" sz="2000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en el marco de la Séptima Semana de Mecatrónica, realizada en las instalaciones de la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Unidad  Académica.</a:t>
            </a:r>
          </a:p>
          <a:p>
            <a:pPr algn="ctr"/>
            <a:r>
              <a:rPr lang="es-ES" sz="1197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Zacatecas Zacatecas, a 11 de noviembre de 2025</a:t>
            </a:r>
            <a:endParaRPr lang="en-US" sz="1197" b="1" dirty="0">
              <a:solidFill>
                <a:schemeClr val="tx2">
                  <a:lumMod val="75000"/>
                </a:schemeClr>
              </a:solidFill>
              <a:latin typeface="Akzentica"/>
            </a:endParaRPr>
          </a:p>
        </p:txBody>
      </p:sp>
      <p:sp>
        <p:nvSpPr>
          <p:cNvPr id="20" name="TextBox 16"/>
          <p:cNvSpPr txBox="1"/>
          <p:nvPr/>
        </p:nvSpPr>
        <p:spPr>
          <a:xfrm>
            <a:off x="5137538" y="6215453"/>
            <a:ext cx="1739161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0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DIRECTOR DE UPIIZ</a:t>
            </a:r>
          </a:p>
        </p:txBody>
      </p:sp>
      <p:sp>
        <p:nvSpPr>
          <p:cNvPr id="21" name="TextBox 17"/>
          <p:cNvSpPr txBox="1"/>
          <p:nvPr/>
        </p:nvSpPr>
        <p:spPr>
          <a:xfrm>
            <a:off x="4572000" y="5993402"/>
            <a:ext cx="2870237" cy="2289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15"/>
              </a:lnSpc>
            </a:pP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M.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en</a:t>
            </a:r>
            <a:r>
              <a:rPr lang="en-US" sz="1200" dirty="0">
                <a:solidFill>
                  <a:schemeClr val="tx2">
                    <a:lumMod val="75000"/>
                  </a:schemeClr>
                </a:solidFill>
                <a:latin typeface="Akzentica Bold"/>
              </a:rPr>
              <a:t> C. Roberto Oswaldo Cruz </a:t>
            </a:r>
            <a:r>
              <a:rPr lang="en-US" sz="1200" dirty="0" err="1">
                <a:solidFill>
                  <a:schemeClr val="tx2">
                    <a:lumMod val="75000"/>
                  </a:schemeClr>
                </a:solidFill>
                <a:latin typeface="Akzentica Bold"/>
              </a:rPr>
              <a:t>Leija</a:t>
            </a:r>
            <a:endParaRPr lang="en-US" sz="1200" dirty="0">
              <a:solidFill>
                <a:schemeClr val="tx2">
                  <a:lumMod val="75000"/>
                </a:schemeClr>
              </a:solidFill>
              <a:latin typeface="Akzentica Bold"/>
            </a:endParaRPr>
          </a:p>
        </p:txBody>
      </p:sp>
      <p:sp>
        <p:nvSpPr>
          <p:cNvPr id="22" name="TextBox 20"/>
          <p:cNvSpPr txBox="1"/>
          <p:nvPr/>
        </p:nvSpPr>
        <p:spPr>
          <a:xfrm>
            <a:off x="3207011" y="775993"/>
            <a:ext cx="5638801" cy="9002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EL </a:t>
            </a:r>
            <a:r>
              <a:rPr lang="en-US" sz="1200" b="1" dirty="0">
                <a:solidFill>
                  <a:srgbClr val="071F56"/>
                </a:solidFill>
                <a:latin typeface="Akzentica"/>
              </a:rPr>
              <a:t>INSTITUTO POLITÉCNICO NACIONAL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200" dirty="0">
                <a:solidFill>
                  <a:srgbClr val="071F56"/>
                </a:solidFill>
                <a:latin typeface="Akzentica"/>
              </a:rPr>
              <a:t>A </a:t>
            </a:r>
            <a:r>
              <a:rPr lang="es-MX" sz="1200" dirty="0">
                <a:solidFill>
                  <a:srgbClr val="071F56"/>
                </a:solidFill>
                <a:latin typeface="Akzentica"/>
              </a:rPr>
              <a:t>través de la </a:t>
            </a:r>
            <a:r>
              <a:rPr lang="es-MX" sz="1200" b="1" dirty="0">
                <a:solidFill>
                  <a:srgbClr val="071F56"/>
                </a:solidFill>
                <a:latin typeface="Akzentica"/>
              </a:rPr>
              <a:t>Unidad Profesional Interdisciplinaria de Ingeniería Zacatecas </a:t>
            </a:r>
          </a:p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s-MX" sz="1200" dirty="0">
                <a:solidFill>
                  <a:srgbClr val="071F56"/>
                </a:solidFill>
                <a:latin typeface="Akzentica"/>
              </a:rPr>
              <a:t>Otorga la presente</a:t>
            </a:r>
            <a:endParaRPr lang="es-MX" sz="1800" dirty="0">
              <a:solidFill>
                <a:srgbClr val="071F56"/>
              </a:solidFill>
              <a:latin typeface="Akzentica"/>
            </a:endParaRPr>
          </a:p>
        </p:txBody>
      </p:sp>
      <p:sp>
        <p:nvSpPr>
          <p:cNvPr id="23" name="TextBox 21"/>
          <p:cNvSpPr txBox="1"/>
          <p:nvPr/>
        </p:nvSpPr>
        <p:spPr>
          <a:xfrm>
            <a:off x="5943600" y="2311265"/>
            <a:ext cx="104484" cy="3077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93"/>
              </a:lnSpc>
              <a:spcBef>
                <a:spcPct val="0"/>
              </a:spcBef>
            </a:pPr>
            <a:r>
              <a:rPr lang="en-US" sz="1709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a</a:t>
            </a:r>
          </a:p>
        </p:txBody>
      </p:sp>
      <p:sp>
        <p:nvSpPr>
          <p:cNvPr id="24" name="AutoShape 22"/>
          <p:cNvSpPr/>
          <p:nvPr/>
        </p:nvSpPr>
        <p:spPr>
          <a:xfrm>
            <a:off x="3207011" y="3200400"/>
            <a:ext cx="5638801" cy="0"/>
          </a:xfrm>
          <a:prstGeom prst="line">
            <a:avLst/>
          </a:prstGeom>
          <a:ln>
            <a:solidFill>
              <a:schemeClr val="tx2">
                <a:lumMod val="50000"/>
              </a:schemeClr>
            </a:solidFill>
            <a:headEnd type="oval" w="lg" len="lg"/>
            <a:tailEnd type="oval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/>
          <a:lstStyle/>
          <a:p>
            <a:pPr algn="ctr"/>
            <a:endParaRPr lang="es-MX" sz="1349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25" name="6 CuadroTexto">
            <a:extLst>
              <a:ext uri="{FF2B5EF4-FFF2-40B4-BE49-F238E27FC236}">
                <a16:creationId xmlns:a16="http://schemas.microsoft.com/office/drawing/2014/main" id="{3399C407-20E6-224F-47E3-700B71F201C6}"/>
              </a:ext>
            </a:extLst>
          </p:cNvPr>
          <p:cNvSpPr txBox="1"/>
          <p:nvPr/>
        </p:nvSpPr>
        <p:spPr>
          <a:xfrm>
            <a:off x="4915480" y="5137426"/>
            <a:ext cx="2160723" cy="24622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“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  <a:latin typeface="Akzentica Bold" panose="020B0604020202020204" charset="0"/>
              </a:rPr>
              <a:t>La Técnica al Servicio de la Patria</a:t>
            </a:r>
            <a:r>
              <a:rPr lang="es-MX" sz="1000" dirty="0">
                <a:solidFill>
                  <a:schemeClr val="tx2">
                    <a:lumMod val="75000"/>
                  </a:schemeClr>
                </a:solidFill>
              </a:rPr>
              <a:t>”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53E5FA6F-EDF5-7536-CE61-1FE010A137B9}"/>
              </a:ext>
            </a:extLst>
          </p:cNvPr>
          <p:cNvSpPr txBox="1"/>
          <p:nvPr/>
        </p:nvSpPr>
        <p:spPr>
          <a:xfrm>
            <a:off x="4755714" y="4833029"/>
            <a:ext cx="237623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800" i="0" u="none" strike="noStrike" baseline="0" dirty="0">
                <a:solidFill>
                  <a:schemeClr val="tx2">
                    <a:lumMod val="75000"/>
                  </a:schemeClr>
                </a:solidFill>
                <a:latin typeface="Akzentica" panose="020B0604020202020204" charset="0"/>
              </a:rPr>
              <a:t>CUR:DFIE/25/E7/193EA/4/E/P/63/101125-141125</a:t>
            </a:r>
            <a:endParaRPr lang="es-MX" sz="800" dirty="0">
              <a:solidFill>
                <a:schemeClr val="tx2">
                  <a:lumMod val="75000"/>
                </a:schemeClr>
              </a:solidFill>
              <a:latin typeface="Akzentica" panose="020B060402020202020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542870F-54EF-1041-7544-4623FD967C0F}"/>
              </a:ext>
            </a:extLst>
          </p:cNvPr>
          <p:cNvSpPr txBox="1"/>
          <p:nvPr/>
        </p:nvSpPr>
        <p:spPr>
          <a:xfrm>
            <a:off x="3675975" y="2904179"/>
            <a:ext cx="463973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600" b="1" dirty="0">
                <a:solidFill>
                  <a:schemeClr val="tx2">
                    <a:lumMod val="75000"/>
                  </a:schemeClr>
                </a:solidFill>
                <a:latin typeface="Akzentica"/>
              </a:rPr>
              <a:t>Jorge Luis Sánchez García</a:t>
            </a:r>
            <a:endParaRPr lang="es-MX" dirty="0"/>
          </a:p>
        </p:txBody>
      </p:sp>
      <p:pic>
        <p:nvPicPr>
          <p:cNvPr id="6" name="Imagen 5" descr="Imagen en blanco y negro">
            <a:extLst>
              <a:ext uri="{FF2B5EF4-FFF2-40B4-BE49-F238E27FC236}">
                <a16:creationId xmlns:a16="http://schemas.microsoft.com/office/drawing/2014/main" id="{79A4F083-0A3E-B6D2-3B06-34627F66CB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6220" y="5131713"/>
            <a:ext cx="3450336" cy="1296466"/>
          </a:xfrm>
          <a:prstGeom prst="rect">
            <a:avLst/>
          </a:prstGeom>
        </p:spPr>
      </p:pic>
      <p:pic>
        <p:nvPicPr>
          <p:cNvPr id="8" name="Imagen 7" descr="Texto&#10;&#10;El contenido generado por IA puede ser incorrecto.">
            <a:extLst>
              <a:ext uri="{FF2B5EF4-FFF2-40B4-BE49-F238E27FC236}">
                <a16:creationId xmlns:a16="http://schemas.microsoft.com/office/drawing/2014/main" id="{6EC6DB7D-B51D-17D0-347F-463C00B061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0121" y="4884795"/>
            <a:ext cx="1356435" cy="135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0222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566</TotalTime>
  <Words>102</Words>
  <Application>Microsoft Office PowerPoint</Application>
  <PresentationFormat>Carta (216 x 279 mm)</PresentationFormat>
  <Paragraphs>16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7" baseType="lpstr">
      <vt:lpstr>Akzentica</vt:lpstr>
      <vt:lpstr>Croogla</vt:lpstr>
      <vt:lpstr>Calibri</vt:lpstr>
      <vt:lpstr>Akzentica Bold</vt:lpstr>
      <vt:lpstr>Arial</vt:lpstr>
      <vt:lpstr>Office Theme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Formato_Constancia_6SM</dc:title>
  <dc:creator>Rafa Reveles</dc:creator>
  <cp:lastModifiedBy>Rafael Reveles Martinez</cp:lastModifiedBy>
  <cp:revision>27</cp:revision>
  <cp:lastPrinted>2025-03-18T13:36:02Z</cp:lastPrinted>
  <dcterms:created xsi:type="dcterms:W3CDTF">2006-08-16T00:00:00Z</dcterms:created>
  <dcterms:modified xsi:type="dcterms:W3CDTF">2026-01-15T21:28:43Z</dcterms:modified>
  <dc:identifier>DAGEwd0smSk</dc:identifier>
</cp:coreProperties>
</file>