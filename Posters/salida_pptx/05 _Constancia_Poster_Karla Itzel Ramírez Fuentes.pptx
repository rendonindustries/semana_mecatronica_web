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“Comparativa de YOLOv8 y YOLOv10 para reconocimiento de señales de tránsito pequeñas”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Karla Itzel Ramírez Fuentes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