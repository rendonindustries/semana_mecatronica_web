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“Calibración de cámara y corrección de perspectiva para seguimiento de carril”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Nancy Arlette Vega Sosa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