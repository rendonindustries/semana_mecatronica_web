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“Estimación de curvatura de pista y su efecto en el control de trayectoria”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Héctor Daniel Méndez Salazar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