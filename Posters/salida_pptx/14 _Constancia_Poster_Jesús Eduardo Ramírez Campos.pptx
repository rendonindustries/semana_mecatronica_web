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“Evaluación de robustez ante oclusiones parciales en detección de señales con YOLO”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Jesús Eduardo Ramírez Campos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