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“Sistema de evaluación experimental para pruebas repetibles de percepción y control en pista”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Mónica Judith Chávez Soto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