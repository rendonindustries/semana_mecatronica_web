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“Análisis de latencia y FPS en inferencia de redes neuronales en hardware embebido”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Valeria Guadalupe Ortega Nieto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