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“Detección de carriles con filtrado HSV y morfología matemática en escenarios de alto ruido”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Ricardo Alejandro Torres Esparza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