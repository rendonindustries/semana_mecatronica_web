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5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“Optimización de parámetros de control lateral mediante ajuste basado en datos experimentales”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la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Miguel Ángel Rodríguez Pinedo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20" y="5131713"/>
            <a:ext cx="3450336" cy="129646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21" y="4884795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102</Words>
  <Application>Microsoft Office PowerPoint</Application>
  <PresentationFormat>Carta (216 x 279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Croogla</vt:lpstr>
      <vt:lpstr>Calibri</vt:lpstr>
      <vt:lpstr>Akzentica Bold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27</cp:revision>
  <cp:lastPrinted>2025-03-18T13:36:02Z</cp:lastPrinted>
  <dcterms:created xsi:type="dcterms:W3CDTF">2006-08-16T00:00:00Z</dcterms:created>
  <dcterms:modified xsi:type="dcterms:W3CDTF">2026-01-15T21:28:43Z</dcterms:modified>
  <dc:identifier>DAGEwd0smSk</dc:identifier>
</cp:coreProperties>
</file>