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“Planeación reactiva basada en zona libre con LiDAR para navegación en pista”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Oscar Jair Martínez Pacheco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