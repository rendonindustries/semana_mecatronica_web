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“Detección de obstáculos con LiDAR 2D usando clustering DBSCAN en tiempo real”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José Manuel García Trejo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