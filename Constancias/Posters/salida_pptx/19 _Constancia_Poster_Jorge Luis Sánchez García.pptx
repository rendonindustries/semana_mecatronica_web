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“Implementación de control longitudinal con rampas de velocidad y limitación de aceleración”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Jorge Luis Sánchez García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