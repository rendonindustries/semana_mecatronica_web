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“Estrategias de evasión de obstáculos con máquina de estados para AutoModelCar”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Paola Ximena Sánchez Aguilar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