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“Optimización de parámetros de control lateral mediante ajuste basado en datos experimentales”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Miguel Ángel Rodríguez Pinedo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