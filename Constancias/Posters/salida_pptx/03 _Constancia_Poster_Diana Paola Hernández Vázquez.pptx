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“Segmentación semántica ligera para detección de pista en condiciones de iluminación variable”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Diana Paola Hernández Vázquez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