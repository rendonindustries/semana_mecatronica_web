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“Pipeline de visión con RealSense para navegación autónoma: diseño e implementación”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María Fernanda López Castañeda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