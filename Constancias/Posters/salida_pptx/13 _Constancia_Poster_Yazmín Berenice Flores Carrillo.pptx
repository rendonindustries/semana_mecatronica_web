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“Diseño de interfaz GUI para monitoreo y telemetría de vehículo autónomo”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Yazmín Berenice Flores Carrillo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