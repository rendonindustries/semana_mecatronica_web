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77" y="658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352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197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</a:t>
            </a:r>
            <a:r>
              <a:rPr lang="en-US" sz="1197" dirty="0" err="1">
                <a:solidFill>
                  <a:schemeClr val="tx2">
                    <a:lumMod val="75000"/>
                  </a:schemeClr>
                </a:solidFill>
                <a:latin typeface="Akzentica"/>
              </a:rPr>
              <a:t>su</a:t>
            </a:r>
            <a:r>
              <a:rPr lang="en-US" sz="1197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 </a:t>
            </a:r>
            <a:r>
              <a:rPr lang="en-US" sz="1197" dirty="0" err="1">
                <a:solidFill>
                  <a:schemeClr val="tx2">
                    <a:lumMod val="75000"/>
                  </a:schemeClr>
                </a:solidFill>
                <a:latin typeface="Akzentica"/>
              </a:rPr>
              <a:t>participación</a:t>
            </a:r>
            <a:r>
              <a:rPr lang="en-US" sz="1197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 </a:t>
            </a:r>
            <a:r>
              <a:rPr lang="en-US" sz="1197" dirty="0" err="1">
                <a:solidFill>
                  <a:schemeClr val="tx2">
                    <a:lumMod val="75000"/>
                  </a:schemeClr>
                </a:solidFill>
                <a:latin typeface="Akzentica"/>
              </a:rPr>
              <a:t>en</a:t>
            </a:r>
            <a:r>
              <a:rPr lang="en-US" sz="1197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 la </a:t>
            </a:r>
            <a:r>
              <a:rPr lang="en-US" sz="1197" dirty="0" err="1">
                <a:solidFill>
                  <a:schemeClr val="tx2">
                    <a:lumMod val="75000"/>
                  </a:schemeClr>
                </a:solidFill>
                <a:latin typeface="Akzentica"/>
              </a:rPr>
              <a:t>ponencia</a:t>
            </a:r>
            <a:endParaRPr lang="en-US" sz="1197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Akzentica"/>
              </a:rPr>
              <a:t>Markovito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: Robot de Servicio”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Con una duración de 1 Hora en el marco de la </a:t>
            </a:r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Séptima Semana de Mecatrónica, </a:t>
            </a:r>
            <a:r>
              <a:rPr lang="es-ES" sz="1197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las instalaciones de esta Unidad Académica </a:t>
            </a:r>
          </a:p>
          <a:p>
            <a:pPr algn="ctr"/>
            <a:r>
              <a:rPr lang="en-US" sz="1197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Durante </a:t>
            </a:r>
            <a:r>
              <a:rPr lang="en-US" sz="1197" dirty="0" err="1">
                <a:solidFill>
                  <a:schemeClr val="tx2">
                    <a:lumMod val="75000"/>
                  </a:schemeClr>
                </a:solidFill>
                <a:latin typeface="Akzentica"/>
              </a:rPr>
              <a:t>los</a:t>
            </a:r>
            <a:r>
              <a:rPr lang="en-US" sz="1197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 </a:t>
            </a:r>
            <a:r>
              <a:rPr lang="en-US" sz="1197" dirty="0" err="1">
                <a:solidFill>
                  <a:schemeClr val="tx2">
                    <a:lumMod val="75000"/>
                  </a:schemeClr>
                </a:solidFill>
                <a:latin typeface="Akzentica"/>
              </a:rPr>
              <a:t>días</a:t>
            </a:r>
            <a:r>
              <a:rPr lang="en-US" sz="1197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 </a:t>
            </a:r>
            <a:r>
              <a:rPr lang="en-U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10 al 14 de </a:t>
            </a:r>
            <a:r>
              <a:rPr lang="en-US" sz="1197" b="1" dirty="0" err="1">
                <a:solidFill>
                  <a:schemeClr val="tx2">
                    <a:lumMod val="75000"/>
                  </a:schemeClr>
                </a:solidFill>
                <a:latin typeface="Akzentica"/>
              </a:rPr>
              <a:t>noviembre</a:t>
            </a:r>
            <a:r>
              <a:rPr lang="en-U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 de 2025</a:t>
            </a: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483" y="4626511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>
                <a:solidFill>
                  <a:schemeClr val="tx2">
                    <a:lumMod val="75000"/>
                  </a:schemeClr>
                </a:solidFill>
                <a:latin typeface="Akzentica"/>
              </a:rPr>
              <a:t>Edith Rivera Calderón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104</Words>
  <Application>Microsoft Office PowerPoint</Application>
  <PresentationFormat>Carta (216 x 279 mm)</PresentationFormat>
  <Paragraphs>15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Croogla</vt:lpstr>
      <vt:lpstr>Akzentica</vt:lpstr>
      <vt:lpstr>Calibri</vt:lpstr>
      <vt:lpstr>Arial</vt:lpstr>
      <vt:lpstr>Akzentica Bold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Magdalena Soto Silva</cp:lastModifiedBy>
  <cp:revision>25</cp:revision>
  <cp:lastPrinted>2025-03-18T13:36:02Z</cp:lastPrinted>
  <dcterms:created xsi:type="dcterms:W3CDTF">2006-08-16T00:00:00Z</dcterms:created>
  <dcterms:modified xsi:type="dcterms:W3CDTF">2025-11-26T00:32:34Z</dcterms:modified>
  <dc:identifier>DAGEwd0smSk</dc:identifier>
</cp:coreProperties>
</file>