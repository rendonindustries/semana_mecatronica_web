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352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“{{TITULO}}”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esta 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{{NOMBRE}}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806" y="5098496"/>
            <a:ext cx="3217569" cy="1209004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18" y="4869889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102</Words>
  <Application>Microsoft Office PowerPoint</Application>
  <PresentationFormat>Carta (216 x 279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Akzentica Bold</vt:lpstr>
      <vt:lpstr>Croogla</vt:lpstr>
      <vt:lpstr>Calibri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29</cp:revision>
  <cp:lastPrinted>2025-03-18T13:36:02Z</cp:lastPrinted>
  <dcterms:created xsi:type="dcterms:W3CDTF">2006-08-16T00:00:00Z</dcterms:created>
  <dcterms:modified xsi:type="dcterms:W3CDTF">2026-01-15T21:33:30Z</dcterms:modified>
  <dc:identifier>DAGEwd0smSk</dc:identifier>
</cp:coreProperties>
</file>