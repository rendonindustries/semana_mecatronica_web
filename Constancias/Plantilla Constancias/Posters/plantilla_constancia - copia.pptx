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“{{TITULO}}”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483" y="4626511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{{NOMBRE}}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Croogla</vt:lpstr>
      <vt:lpstr>Akzentica Bold</vt:lpstr>
      <vt:lpstr>Calibri</vt:lpstr>
      <vt:lpstr>Arial</vt:lpstr>
      <vt:lpstr>Akzentica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26</cp:revision>
  <cp:lastPrinted>2025-03-18T13:36:02Z</cp:lastPrinted>
  <dcterms:created xsi:type="dcterms:W3CDTF">2006-08-16T00:00:00Z</dcterms:created>
  <dcterms:modified xsi:type="dcterms:W3CDTF">2026-01-15T21:21:01Z</dcterms:modified>
  <dc:identifier>DAGEwd0smSk</dc:identifier>
</cp:coreProperties>
</file>